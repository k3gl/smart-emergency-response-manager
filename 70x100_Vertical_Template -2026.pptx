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5201563" cy="35999738"/>
  <p:notesSz cx="6715125" cy="923925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9">
          <p15:clr>
            <a:srgbClr val="A4A3A4"/>
          </p15:clr>
        </p15:guide>
        <p15:guide id="2" orient="horz" pos="22086">
          <p15:clr>
            <a:srgbClr val="A4A3A4"/>
          </p15:clr>
        </p15:guide>
        <p15:guide id="3" orient="horz" pos="2349">
          <p15:clr>
            <a:srgbClr val="A4A3A4"/>
          </p15:clr>
        </p15:guide>
        <p15:guide id="4" pos="7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0046D2"/>
    <a:srgbClr val="FF0000"/>
    <a:srgbClr val="698ED9"/>
    <a:srgbClr val="A7C4FF"/>
    <a:srgbClr val="003064"/>
    <a:srgbClr val="003399"/>
    <a:srgbClr val="002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F50C76-3026-444F-81B2-9CC3BE465F20}" v="7" dt="2023-10-15T20:05:06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934" autoAdjust="0"/>
    <p:restoredTop sz="94660"/>
  </p:normalViewPr>
  <p:slideViewPr>
    <p:cSldViewPr snapToGrid="0" showGuides="1">
      <p:cViewPr>
        <p:scale>
          <a:sx n="51" d="100"/>
          <a:sy n="51" d="100"/>
        </p:scale>
        <p:origin x="-2296" y="24"/>
      </p:cViewPr>
      <p:guideLst>
        <p:guide orient="horz" pos="5289"/>
        <p:guide orient="horz" pos="22086"/>
        <p:guide orient="horz" pos="2349"/>
        <p:guide pos="79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la Mousher Ebied" userId="2c8562f9-399d-4d6c-9952-079e08271c2a" providerId="ADAL" clId="{D9F50C76-3026-444F-81B2-9CC3BE465F20}"/>
    <pc:docChg chg="modSld">
      <pc:chgData name="Hala Mousher Ebied" userId="2c8562f9-399d-4d6c-9952-079e08271c2a" providerId="ADAL" clId="{D9F50C76-3026-444F-81B2-9CC3BE465F20}" dt="2023-10-15T20:05:16.749" v="11" actId="14100"/>
      <pc:docMkLst>
        <pc:docMk/>
      </pc:docMkLst>
      <pc:sldChg chg="addSp delSp modSp mod">
        <pc:chgData name="Hala Mousher Ebied" userId="2c8562f9-399d-4d6c-9952-079e08271c2a" providerId="ADAL" clId="{D9F50C76-3026-444F-81B2-9CC3BE465F20}" dt="2023-10-15T20:05:16.749" v="11" actId="14100"/>
        <pc:sldMkLst>
          <pc:docMk/>
          <pc:sldMk cId="0" sldId="256"/>
        </pc:sldMkLst>
        <pc:spChg chg="mod">
          <ac:chgData name="Hala Mousher Ebied" userId="2c8562f9-399d-4d6c-9952-079e08271c2a" providerId="ADAL" clId="{D9F50C76-3026-444F-81B2-9CC3BE465F20}" dt="2023-10-15T20:03:00.485" v="2" actId="1076"/>
          <ac:spMkLst>
            <pc:docMk/>
            <pc:sldMk cId="0" sldId="256"/>
            <ac:spMk id="2055" creationId="{00000000-0000-0000-0000-000000000000}"/>
          </ac:spMkLst>
        </pc:spChg>
        <pc:spChg chg="del">
          <ac:chgData name="Hala Mousher Ebied" userId="2c8562f9-399d-4d6c-9952-079e08271c2a" providerId="ADAL" clId="{D9F50C76-3026-444F-81B2-9CC3BE465F20}" dt="2023-10-15T20:04:30.032" v="5" actId="478"/>
          <ac:spMkLst>
            <pc:docMk/>
            <pc:sldMk cId="0" sldId="256"/>
            <ac:spMk id="2057" creationId="{00000000-0000-0000-0000-000000000000}"/>
          </ac:spMkLst>
        </pc:spChg>
        <pc:spChg chg="del">
          <ac:chgData name="Hala Mousher Ebied" userId="2c8562f9-399d-4d6c-9952-079e08271c2a" providerId="ADAL" clId="{D9F50C76-3026-444F-81B2-9CC3BE465F20}" dt="2023-10-15T20:05:06.993" v="9" actId="478"/>
          <ac:spMkLst>
            <pc:docMk/>
            <pc:sldMk cId="0" sldId="256"/>
            <ac:spMk id="2064" creationId="{00000000-0000-0000-0000-000000000000}"/>
          </ac:spMkLst>
        </pc:spChg>
        <pc:picChg chg="add del mod">
          <ac:chgData name="Hala Mousher Ebied" userId="2c8562f9-399d-4d6c-9952-079e08271c2a" providerId="ADAL" clId="{D9F50C76-3026-444F-81B2-9CC3BE465F20}" dt="2023-10-15T20:02:57.407" v="1" actId="931"/>
          <ac:picMkLst>
            <pc:docMk/>
            <pc:sldMk cId="0" sldId="256"/>
            <ac:picMk id="3" creationId="{10F7DB5D-55EE-CEFF-C1D4-85A4AB9A3F10}"/>
          </ac:picMkLst>
        </pc:picChg>
        <pc:picChg chg="add mod">
          <ac:chgData name="Hala Mousher Ebied" userId="2c8562f9-399d-4d6c-9952-079e08271c2a" providerId="ADAL" clId="{D9F50C76-3026-444F-81B2-9CC3BE465F20}" dt="2023-10-15T20:04:37.605" v="6" actId="14100"/>
          <ac:picMkLst>
            <pc:docMk/>
            <pc:sldMk cId="0" sldId="256"/>
            <ac:picMk id="5" creationId="{E509137A-6770-D7A7-89AB-77433F2F17E4}"/>
          </ac:picMkLst>
        </pc:picChg>
        <pc:picChg chg="add mod">
          <ac:chgData name="Hala Mousher Ebied" userId="2c8562f9-399d-4d6c-9952-079e08271c2a" providerId="ADAL" clId="{D9F50C76-3026-444F-81B2-9CC3BE465F20}" dt="2023-10-15T20:05:16.749" v="11" actId="14100"/>
          <ac:picMkLst>
            <pc:docMk/>
            <pc:sldMk cId="0" sldId="256"/>
            <ac:picMk id="7" creationId="{29AB08D2-1547-0B42-A132-0A7F219458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365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44713" y="692150"/>
            <a:ext cx="2427287" cy="3465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1513" y="4389438"/>
            <a:ext cx="5372100" cy="415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365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CBF2D407-7488-4806-B042-2CE959A140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4451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832FB4B-BF18-4E6F-9FD7-11EF81A610E2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713" y="11183938"/>
            <a:ext cx="21420137" cy="7715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9838" y="20399375"/>
            <a:ext cx="17641887" cy="9201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1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0475" y="8399463"/>
            <a:ext cx="22680613" cy="23758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00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23133050"/>
            <a:ext cx="21421725" cy="715010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0725" y="15257463"/>
            <a:ext cx="21421725" cy="78755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431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0475" y="8399463"/>
            <a:ext cx="11263313" cy="237585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76188" y="8399463"/>
            <a:ext cx="11264900" cy="237585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0021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5" y="8058150"/>
            <a:ext cx="11134725" cy="33591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5" y="11417300"/>
            <a:ext cx="11134725" cy="207406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01600" y="8058150"/>
            <a:ext cx="11139488" cy="33591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01600" y="11417300"/>
            <a:ext cx="11139488" cy="207406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392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344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19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33513"/>
            <a:ext cx="8291513" cy="60991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3613" y="1433513"/>
            <a:ext cx="14087475" cy="3072447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7532688"/>
            <a:ext cx="8291513" cy="2462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713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0300" y="25199975"/>
            <a:ext cx="15120938" cy="29749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40300" y="3216275"/>
            <a:ext cx="15120938" cy="21599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40300" y="28174950"/>
            <a:ext cx="15120938" cy="4224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267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0475" y="8399463"/>
            <a:ext cx="22680613" cy="23758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554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272125" y="1441450"/>
            <a:ext cx="5668963" cy="307165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0475" y="1441450"/>
            <a:ext cx="16859250" cy="307165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623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megaprint.com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13"/>
            <a:extLst>
              <a:ext uri="{FF2B5EF4-FFF2-40B4-BE49-F238E27FC236}">
                <a16:creationId xmlns:a16="http://schemas.microsoft.com/office/drawing/2014/main" id="{6BFFBEBF-6F96-4D73-87E7-3525B82575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27"/>
          <a:stretch>
            <a:fillRect/>
          </a:stretch>
        </p:blipFill>
        <p:spPr bwMode="auto">
          <a:xfrm>
            <a:off x="19379372" y="35425506"/>
            <a:ext cx="3255359" cy="167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9C365D95-4213-4FDE-84BF-DFB5A2F65993}"/>
              </a:ext>
            </a:extLst>
          </p:cNvPr>
          <p:cNvSpPr txBox="1"/>
          <p:nvPr userDrawn="1"/>
        </p:nvSpPr>
        <p:spPr>
          <a:xfrm>
            <a:off x="22611872" y="35348670"/>
            <a:ext cx="19756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1300" dirty="0">
                <a:solidFill>
                  <a:schemeClr val="bg1"/>
                </a:solidFill>
              </a:rPr>
              <a:t>www.postersession.com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7E6A034-93E0-421C-ACA5-B28573E1673A}"/>
              </a:ext>
            </a:extLst>
          </p:cNvPr>
          <p:cNvSpPr txBox="1"/>
          <p:nvPr userDrawn="1"/>
        </p:nvSpPr>
        <p:spPr>
          <a:xfrm>
            <a:off x="0" y="35876627"/>
            <a:ext cx="461986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200" dirty="0">
                <a:solidFill>
                  <a:srgbClr val="003064"/>
                </a:solidFill>
              </a:rPr>
              <a:t>www.postersession.com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2pPr>
      <a:lvl3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3pPr>
      <a:lvl4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4pPr>
      <a:lvl5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5pPr>
      <a:lvl6pPr marL="4572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6pPr>
      <a:lvl7pPr marL="9144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7pPr>
      <a:lvl8pPr marL="13716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8pPr>
      <a:lvl9pPr marL="18288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9pPr>
    </p:titleStyle>
    <p:bodyStyle>
      <a:lvl1pPr marL="1311275" indent="-1311275" algn="l" defTabSz="3497263" rtl="0" eaLnBrk="0" fontAlgn="base" hangingPunct="0">
        <a:spcBef>
          <a:spcPct val="20000"/>
        </a:spcBef>
        <a:spcAft>
          <a:spcPct val="0"/>
        </a:spcAft>
        <a:buChar char="•"/>
        <a:defRPr sz="12300">
          <a:solidFill>
            <a:schemeClr val="tx1"/>
          </a:solidFill>
          <a:latin typeface="+mn-lt"/>
          <a:ea typeface="+mn-ea"/>
          <a:cs typeface="+mn-cs"/>
        </a:defRPr>
      </a:lvl1pPr>
      <a:lvl2pPr marL="2840038" indent="-1092200" algn="l" defTabSz="3497263" rtl="0" eaLnBrk="0" fontAlgn="base" hangingPunct="0">
        <a:spcBef>
          <a:spcPct val="20000"/>
        </a:spcBef>
        <a:spcAft>
          <a:spcPct val="0"/>
        </a:spcAft>
        <a:buChar char="–"/>
        <a:defRPr sz="10700">
          <a:solidFill>
            <a:schemeClr val="tx1"/>
          </a:solidFill>
          <a:latin typeface="+mn-lt"/>
        </a:defRPr>
      </a:lvl2pPr>
      <a:lvl3pPr marL="4370388" indent="-873125" algn="l" defTabSz="3497263" rtl="0" eaLnBrk="0" fontAlgn="base" hangingPunct="0">
        <a:spcBef>
          <a:spcPct val="20000"/>
        </a:spcBef>
        <a:spcAft>
          <a:spcPct val="0"/>
        </a:spcAft>
        <a:buChar char="•"/>
        <a:defRPr sz="9200">
          <a:solidFill>
            <a:schemeClr val="tx1"/>
          </a:solidFill>
          <a:latin typeface="+mn-lt"/>
        </a:defRPr>
      </a:lvl3pPr>
      <a:lvl4pPr marL="6118225" indent="-873125" algn="l" defTabSz="3497263" rtl="0" eaLnBrk="0" fontAlgn="base" hangingPunct="0">
        <a:spcBef>
          <a:spcPct val="20000"/>
        </a:spcBef>
        <a:spcAft>
          <a:spcPct val="0"/>
        </a:spcAft>
        <a:buChar char="–"/>
        <a:defRPr sz="7600">
          <a:solidFill>
            <a:schemeClr val="tx1"/>
          </a:solidFill>
          <a:latin typeface="+mn-lt"/>
        </a:defRPr>
      </a:lvl4pPr>
      <a:lvl5pPr marL="7867650" indent="-873125" algn="l" defTabSz="3497263" rtl="0" eaLnBrk="0" fontAlgn="base" hangingPunct="0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5pPr>
      <a:lvl6pPr marL="83248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6pPr>
      <a:lvl7pPr marL="87820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7pPr>
      <a:lvl8pPr marL="92392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8pPr>
      <a:lvl9pPr marL="96964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ersession.com/orde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chemeClr val="bg1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50"/>
          <p:cNvSpPr>
            <a:spLocks noChangeArrowheads="1"/>
          </p:cNvSpPr>
          <p:nvPr/>
        </p:nvSpPr>
        <p:spPr bwMode="auto">
          <a:xfrm>
            <a:off x="12771436" y="6288225"/>
            <a:ext cx="11857038" cy="28417836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1" name="AutoShape 4"/>
          <p:cNvSpPr>
            <a:spLocks noChangeArrowheads="1"/>
          </p:cNvSpPr>
          <p:nvPr/>
        </p:nvSpPr>
        <p:spPr bwMode="auto">
          <a:xfrm>
            <a:off x="438150" y="6288225"/>
            <a:ext cx="11857038" cy="28417837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2052" name="Text Box 9"/>
          <p:cNvSpPr txBox="1">
            <a:spLocks noChangeArrowheads="1"/>
          </p:cNvSpPr>
          <p:nvPr/>
        </p:nvSpPr>
        <p:spPr bwMode="auto">
          <a:xfrm>
            <a:off x="604838" y="8488363"/>
            <a:ext cx="11434762" cy="6155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.Xxxxxxxxxxxxxxxxxxxxxxxxxxxxxxxxxxxxxxxxxxxxxxxxxxxxxxxxxxxxxxx.</a:t>
            </a:r>
          </a:p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.Xxxxxxxxxxxxxxxxxxxxxxxxxxxxxxxxxxxxxxxxxxxxxxxxxxxxxxxxxxxxxxx.</a:t>
            </a:r>
          </a:p>
          <a:p>
            <a:pPr algn="l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2053" name="Text Box 10"/>
          <p:cNvSpPr txBox="1">
            <a:spLocks noChangeArrowheads="1"/>
          </p:cNvSpPr>
          <p:nvPr/>
        </p:nvSpPr>
        <p:spPr bwMode="auto">
          <a:xfrm>
            <a:off x="3129721" y="20782233"/>
            <a:ext cx="5645150" cy="1135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Methodology</a:t>
            </a:r>
          </a:p>
        </p:txBody>
      </p:sp>
      <p:sp>
        <p:nvSpPr>
          <p:cNvPr id="2054" name="Text Box 11"/>
          <p:cNvSpPr txBox="1">
            <a:spLocks noChangeArrowheads="1"/>
          </p:cNvSpPr>
          <p:nvPr/>
        </p:nvSpPr>
        <p:spPr bwMode="auto">
          <a:xfrm>
            <a:off x="13375217" y="25248910"/>
            <a:ext cx="10513483" cy="1135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Conclusion</a:t>
            </a:r>
          </a:p>
        </p:txBody>
      </p:sp>
      <p:sp>
        <p:nvSpPr>
          <p:cNvPr id="2055" name="AutoShape 13"/>
          <p:cNvSpPr>
            <a:spLocks noChangeArrowheads="1"/>
          </p:cNvSpPr>
          <p:nvPr/>
        </p:nvSpPr>
        <p:spPr bwMode="auto">
          <a:xfrm>
            <a:off x="393700" y="313429"/>
            <a:ext cx="24414163" cy="5749925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2850" tIns="36425" rIns="72850" bIns="36425" anchor="ctr"/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2056" name="Text Box 14"/>
          <p:cNvSpPr txBox="1">
            <a:spLocks noChangeArrowheads="1"/>
          </p:cNvSpPr>
          <p:nvPr/>
        </p:nvSpPr>
        <p:spPr bwMode="auto">
          <a:xfrm>
            <a:off x="831850" y="1458913"/>
            <a:ext cx="23495000" cy="4474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0000" b="1" dirty="0"/>
              <a:t>Graduation Project Title </a:t>
            </a:r>
          </a:p>
          <a:p>
            <a:pPr algn="l" eaLnBrk="1" hangingPunct="1">
              <a:spcBef>
                <a:spcPts val="1200"/>
              </a:spcBef>
            </a:pPr>
            <a:r>
              <a:rPr lang="en-US" altLang="en-US" sz="4400" b="1" dirty="0"/>
              <a:t>By: Students Names…</a:t>
            </a:r>
          </a:p>
          <a:p>
            <a:pPr algn="l" eaLnBrk="1" hangingPunct="1"/>
            <a:r>
              <a:rPr lang="en-US" altLang="en-US" sz="4400" b="1" dirty="0"/>
              <a:t>Supervised by: Dr. … , TA. ……</a:t>
            </a:r>
          </a:p>
          <a:p>
            <a:pPr algn="l" eaLnBrk="1" hangingPunct="1"/>
            <a:r>
              <a:rPr lang="en-US" altLang="en-US" sz="4400" b="1" i="1" dirty="0"/>
              <a:t>Department Name</a:t>
            </a:r>
          </a:p>
          <a:p>
            <a:pPr algn="l" eaLnBrk="1" hangingPunct="1"/>
            <a:r>
              <a:rPr lang="en-US" altLang="en-US" sz="4400" b="1" i="1" dirty="0"/>
              <a:t>Faculty of Computer and Information Sciences - Ain Shams University</a:t>
            </a:r>
            <a:endParaRPr lang="en-US" altLang="en-US" sz="4400" dirty="0"/>
          </a:p>
        </p:txBody>
      </p:sp>
      <p:sp>
        <p:nvSpPr>
          <p:cNvPr id="2058" name="Text Box 27"/>
          <p:cNvSpPr txBox="1">
            <a:spLocks noChangeArrowheads="1"/>
          </p:cNvSpPr>
          <p:nvPr/>
        </p:nvSpPr>
        <p:spPr bwMode="auto">
          <a:xfrm>
            <a:off x="13139739" y="29779523"/>
            <a:ext cx="10893078" cy="1135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References</a:t>
            </a:r>
          </a:p>
        </p:txBody>
      </p:sp>
      <p:sp>
        <p:nvSpPr>
          <p:cNvPr id="2059" name="Text Box 36"/>
          <p:cNvSpPr txBox="1">
            <a:spLocks noChangeArrowheads="1"/>
          </p:cNvSpPr>
          <p:nvPr/>
        </p:nvSpPr>
        <p:spPr bwMode="auto">
          <a:xfrm>
            <a:off x="656432" y="22022204"/>
            <a:ext cx="11010900" cy="618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25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.Xxxxxxxxxxxxxxxxxxxxxxxxxxxxxxxxxxxxxxxxxxxxxxxxxxxxxxxxxxxxxxx.</a:t>
            </a:r>
          </a:p>
          <a:p>
            <a:pPr algn="l">
              <a:lnSpc>
                <a:spcPct val="95000"/>
              </a:lnSpc>
            </a:pPr>
            <a:endParaRPr lang="en-US" altLang="en-US" sz="2500" dirty="0">
              <a:latin typeface="Times New Roman" pitchFamily="18" charset="0"/>
            </a:endParaRPr>
          </a:p>
          <a:p>
            <a:pPr algn="l">
              <a:lnSpc>
                <a:spcPct val="95000"/>
              </a:lnSpc>
            </a:pPr>
            <a:r>
              <a:rPr lang="en-US" altLang="en-US" sz="25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.</a:t>
            </a:r>
            <a:endParaRPr lang="en-US" altLang="en-US" sz="2500" b="1" dirty="0">
              <a:latin typeface="Times New Roman" pitchFamily="18" charset="0"/>
            </a:endParaRPr>
          </a:p>
          <a:p>
            <a:pPr algn="l"/>
            <a:endParaRPr lang="en-US" altLang="en-US" sz="1900" dirty="0">
              <a:latin typeface="Times New Roman" pitchFamily="18" charset="0"/>
            </a:endParaRPr>
          </a:p>
        </p:txBody>
      </p:sp>
      <p:sp>
        <p:nvSpPr>
          <p:cNvPr id="2060" name="Text Box 38"/>
          <p:cNvSpPr txBox="1">
            <a:spLocks noChangeArrowheads="1"/>
          </p:cNvSpPr>
          <p:nvPr/>
        </p:nvSpPr>
        <p:spPr bwMode="auto">
          <a:xfrm>
            <a:off x="13276263" y="30504068"/>
            <a:ext cx="10612437" cy="3557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marL="273050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517525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762000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003300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1247775" indent="-274638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17049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1621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26193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0765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endParaRPr lang="en-US" altLang="en-US" sz="2400" u="sng" dirty="0">
              <a:latin typeface="Times New Roman" pitchFamily="18" charset="0"/>
            </a:endParaRPr>
          </a:p>
          <a:p>
            <a:pPr algn="l">
              <a:lnSpc>
                <a:spcPct val="95000"/>
              </a:lnSpc>
              <a:buFontTx/>
              <a:buAutoNum type="arabicPeriod"/>
            </a:pPr>
            <a:r>
              <a:rPr lang="en-US" altLang="en-US" sz="2400" dirty="0">
                <a:latin typeface="Times New Roman" pitchFamily="18" charset="0"/>
              </a:rPr>
              <a:t>Xxxxxxxxxxxxxxxxxxxxxxxxxxxxxxxxxxxxxxxxxxxxxxxxxxxxxxxxxxxxxxxxxxxxxxxxxxxxxxxxxxxxxxxxxxx</a:t>
            </a:r>
          </a:p>
          <a:p>
            <a:pPr algn="l">
              <a:lnSpc>
                <a:spcPct val="95000"/>
              </a:lnSpc>
              <a:buFontTx/>
              <a:buAutoNum type="arabicPeriod"/>
            </a:pPr>
            <a:r>
              <a:rPr lang="en-US" altLang="en-US" sz="2400" dirty="0">
                <a:latin typeface="Times New Roman" pitchFamily="18" charset="0"/>
              </a:rPr>
              <a:t>Xxxxxxxxxxxxxxxxxxxxxxxxxxxxxxxxxxxxxxxxxxxxxxxxxxxxxxxxxxxxxxxxxxxxxxxxxxxxxxxxxxxxxxxxxxxx</a:t>
            </a:r>
          </a:p>
          <a:p>
            <a:pPr algn="l">
              <a:lnSpc>
                <a:spcPct val="95000"/>
              </a:lnSpc>
              <a:buFont typeface="Symbol" pitchFamily="18" charset="2"/>
              <a:buAutoNum type="arabicPeriod"/>
            </a:pPr>
            <a:r>
              <a:rPr lang="en-US" altLang="en-US" sz="2400" dirty="0">
                <a:latin typeface="Times New Roman" pitchFamily="18" charset="0"/>
              </a:rPr>
              <a:t>Xxxxxxxxxxxxxxxxxxxxxxxxxxxxxxxxxxxxxxxxxxxxxxxxxxxxxxxxxxxxxxxxxxxxxxxxxxxxxxxxxxxxxxxxxxxxxxxxxxxxxxxxxxxxxxxxxxxxxxx</a:t>
            </a:r>
          </a:p>
          <a:p>
            <a:pPr algn="l">
              <a:lnSpc>
                <a:spcPct val="95000"/>
              </a:lnSpc>
              <a:buFont typeface="Symbol" pitchFamily="18" charset="2"/>
              <a:buAutoNum type="arabicPeriod"/>
            </a:pPr>
            <a:r>
              <a:rPr lang="en-US" altLang="en-US" sz="2400" dirty="0">
                <a:latin typeface="Times New Roman" pitchFamily="18" charset="0"/>
              </a:rPr>
              <a:t>Xxxxxxxxxxxxxxxxxxxxxxxxxxxxxxxxxxxxxxxxxxxxxxxxxxxxxxxxxxxxxxxxxxxxxxxxxxxxxxxxxxx</a:t>
            </a:r>
          </a:p>
          <a:p>
            <a:pPr algn="l">
              <a:lnSpc>
                <a:spcPct val="95000"/>
              </a:lnSpc>
              <a:buFont typeface="Symbol" pitchFamily="18" charset="2"/>
              <a:buAutoNum type="arabicPeriod"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2061" name="Text Box 40"/>
          <p:cNvSpPr txBox="1">
            <a:spLocks noChangeArrowheads="1"/>
          </p:cNvSpPr>
          <p:nvPr/>
        </p:nvSpPr>
        <p:spPr bwMode="auto">
          <a:xfrm>
            <a:off x="13139738" y="26653847"/>
            <a:ext cx="11120437" cy="2856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2062" name="Text Box 42"/>
          <p:cNvSpPr txBox="1">
            <a:spLocks noChangeArrowheads="1"/>
          </p:cNvSpPr>
          <p:nvPr/>
        </p:nvSpPr>
        <p:spPr bwMode="auto">
          <a:xfrm>
            <a:off x="831850" y="7165975"/>
            <a:ext cx="10835481" cy="1135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Introduction</a:t>
            </a:r>
          </a:p>
        </p:txBody>
      </p:sp>
      <p:sp>
        <p:nvSpPr>
          <p:cNvPr id="2063" name="Text Box 43"/>
          <p:cNvSpPr txBox="1">
            <a:spLocks noChangeArrowheads="1"/>
          </p:cNvSpPr>
          <p:nvPr/>
        </p:nvSpPr>
        <p:spPr bwMode="auto">
          <a:xfrm>
            <a:off x="13139738" y="7178675"/>
            <a:ext cx="10748962" cy="1135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Results/Findings</a:t>
            </a:r>
          </a:p>
        </p:txBody>
      </p:sp>
      <p:sp>
        <p:nvSpPr>
          <p:cNvPr id="2065" name="Text Box 19"/>
          <p:cNvSpPr txBox="1">
            <a:spLocks noChangeArrowheads="1"/>
          </p:cNvSpPr>
          <p:nvPr/>
        </p:nvSpPr>
        <p:spPr bwMode="auto">
          <a:xfrm>
            <a:off x="13174662" y="13301854"/>
            <a:ext cx="11050587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2800" dirty="0"/>
              <a:t>XXXXXXXXXXXXXXXXXXXXXXXXXXXXX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2800" dirty="0"/>
              <a:t>XXXXXXXXXXXXXXXXXXXXXXXXXXXXX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2800" dirty="0"/>
              <a:t>XXXXXXXXXXXXXXXXXXXXXXXXXXXX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2800" dirty="0"/>
              <a:t>XXXXXXXXXXXXXXXXXXXXXXXXXXXXXXX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2800" dirty="0"/>
              <a:t>XXXXXXXXXXXXXXXXXXXXXXXXXXXXXXXXX</a:t>
            </a:r>
          </a:p>
        </p:txBody>
      </p:sp>
      <p:sp>
        <p:nvSpPr>
          <p:cNvPr id="2066" name="Text Box 19">
            <a:hlinkClick r:id="rId3"/>
          </p:cNvPr>
          <p:cNvSpPr txBox="1">
            <a:spLocks noChangeArrowheads="1"/>
          </p:cNvSpPr>
          <p:nvPr/>
        </p:nvSpPr>
        <p:spPr bwMode="auto">
          <a:xfrm>
            <a:off x="0" y="36433125"/>
            <a:ext cx="2520156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000" b="1" i="1">
                <a:solidFill>
                  <a:srgbClr val="0046D2"/>
                </a:solidFill>
              </a:rPr>
              <a:t>Order online at    https://www.postersession.com/order/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6BBF59-5462-E614-6979-4597F5D89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252857"/>
              </p:ext>
            </p:extLst>
          </p:nvPr>
        </p:nvGraphicFramePr>
        <p:xfrm>
          <a:off x="13276263" y="17070223"/>
          <a:ext cx="97334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3373">
                  <a:extLst>
                    <a:ext uri="{9D8B030D-6E8A-4147-A177-3AD203B41FA5}">
                      <a16:colId xmlns:a16="http://schemas.microsoft.com/office/drawing/2014/main" val="2569859845"/>
                    </a:ext>
                  </a:extLst>
                </a:gridCol>
                <a:gridCol w="2433373">
                  <a:extLst>
                    <a:ext uri="{9D8B030D-6E8A-4147-A177-3AD203B41FA5}">
                      <a16:colId xmlns:a16="http://schemas.microsoft.com/office/drawing/2014/main" val="1711718782"/>
                    </a:ext>
                  </a:extLst>
                </a:gridCol>
                <a:gridCol w="2433373">
                  <a:extLst>
                    <a:ext uri="{9D8B030D-6E8A-4147-A177-3AD203B41FA5}">
                      <a16:colId xmlns:a16="http://schemas.microsoft.com/office/drawing/2014/main" val="568955502"/>
                    </a:ext>
                  </a:extLst>
                </a:gridCol>
                <a:gridCol w="2433373">
                  <a:extLst>
                    <a:ext uri="{9D8B030D-6E8A-4147-A177-3AD203B41FA5}">
                      <a16:colId xmlns:a16="http://schemas.microsoft.com/office/drawing/2014/main" val="2734762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71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849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047190"/>
                  </a:ext>
                </a:extLst>
              </a:tr>
            </a:tbl>
          </a:graphicData>
        </a:graphic>
      </p:graphicFrame>
      <p:sp>
        <p:nvSpPr>
          <p:cNvPr id="3" name="Text Box 19">
            <a:extLst>
              <a:ext uri="{FF2B5EF4-FFF2-40B4-BE49-F238E27FC236}">
                <a16:creationId xmlns:a16="http://schemas.microsoft.com/office/drawing/2014/main" id="{8D53FFB1-D23F-D80B-87BD-F87D48313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4662" y="16355246"/>
            <a:ext cx="11050587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800" dirty="0"/>
              <a:t>Table 1: Results of ………………….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782BB7-49F6-7D00-DA33-96D12725F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876" y="15077835"/>
            <a:ext cx="8960685" cy="5277414"/>
          </a:xfrm>
          <a:prstGeom prst="rect">
            <a:avLst/>
          </a:prstGeom>
        </p:spPr>
      </p:pic>
      <p:sp>
        <p:nvSpPr>
          <p:cNvPr id="14" name="Text Box 10">
            <a:extLst>
              <a:ext uri="{FF2B5EF4-FFF2-40B4-BE49-F238E27FC236}">
                <a16:creationId xmlns:a16="http://schemas.microsoft.com/office/drawing/2014/main" id="{15248712-8F28-3291-2012-BD3308D98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432" y="28528133"/>
            <a:ext cx="11010899" cy="1135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Key Algorithms</a:t>
            </a:r>
          </a:p>
        </p:txBody>
      </p:sp>
      <p:sp>
        <p:nvSpPr>
          <p:cNvPr id="15" name="Text Box 36">
            <a:extLst>
              <a:ext uri="{FF2B5EF4-FFF2-40B4-BE49-F238E27FC236}">
                <a16:creationId xmlns:a16="http://schemas.microsoft.com/office/drawing/2014/main" id="{94BFB25D-76E5-30A2-41FF-912BB0BB8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686" y="29708474"/>
            <a:ext cx="11010900" cy="5458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25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.Xxxxxxxxxxxxxxxxxxxxxxxxxxxxxxxxxxxxxxxxxxxxxxxxxxxxxxxxxxxxxxx.</a:t>
            </a:r>
          </a:p>
          <a:p>
            <a:pPr algn="l">
              <a:lnSpc>
                <a:spcPct val="95000"/>
              </a:lnSpc>
            </a:pPr>
            <a:r>
              <a:rPr lang="en-US" altLang="en-US" sz="25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.</a:t>
            </a:r>
          </a:p>
          <a:p>
            <a:pPr algn="l">
              <a:lnSpc>
                <a:spcPct val="95000"/>
              </a:lnSpc>
            </a:pPr>
            <a:endParaRPr lang="en-US" altLang="en-US" sz="2500" dirty="0">
              <a:latin typeface="Times New Roman" pitchFamily="18" charset="0"/>
            </a:endParaRPr>
          </a:p>
          <a:p>
            <a:pPr algn="l"/>
            <a:endParaRPr lang="en-US" altLang="en-US" sz="1900" dirty="0">
              <a:latin typeface="Times New Roman" pitchFamily="18" charset="0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EDCD774B-F368-862A-99E9-E762132E3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1659" y="8640763"/>
            <a:ext cx="11434762" cy="4283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.Xxxxxxxxxxxxxxxxxxxxxxxxxxxxxxxxxxxxxxxxxxxxxxxxxxxxxxxxxxxxxxx.</a:t>
            </a:r>
          </a:p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.</a:t>
            </a:r>
          </a:p>
        </p:txBody>
      </p:sp>
      <p:sp>
        <p:nvSpPr>
          <p:cNvPr id="17" name="Text Box 40">
            <a:extLst>
              <a:ext uri="{FF2B5EF4-FFF2-40B4-BE49-F238E27FC236}">
                <a16:creationId xmlns:a16="http://schemas.microsoft.com/office/drawing/2014/main" id="{BB4C9B08-606F-2B3E-C480-7F1E13996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71739" y="18800704"/>
            <a:ext cx="11120437" cy="6013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.</a:t>
            </a:r>
          </a:p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.</a:t>
            </a:r>
          </a:p>
          <a:p>
            <a:pPr algn="l">
              <a:lnSpc>
                <a:spcPct val="95000"/>
              </a:lnSpc>
            </a:pPr>
            <a:endParaRPr lang="en-US" altLang="en-US" sz="2400" dirty="0">
              <a:latin typeface="Times New Roman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CAFD128-9498-FF8D-E13C-26EC06733F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907" y="999237"/>
            <a:ext cx="4281268" cy="42839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3064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49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6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49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6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064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99</Words>
  <Application>Microsoft Office PowerPoint</Application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Symbol</vt:lpstr>
      <vt:lpstr>Times New Roman</vt:lpstr>
      <vt:lpstr>Default Design</vt:lpstr>
      <vt:lpstr>PowerPoint Presentation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70x100 cm vertical poster template</dc:title>
  <dc:creator>Ethan Shulda;www.postersession.com</dc:creator>
  <cp:keywords>www.postersession.com</cp:keywords>
  <dc:description>©MegaPrint Inc. 2009-2015</dc:description>
  <cp:lastModifiedBy>yasmine afify</cp:lastModifiedBy>
  <cp:revision>47</cp:revision>
  <dcterms:created xsi:type="dcterms:W3CDTF">2008-12-04T00:20:37Z</dcterms:created>
  <dcterms:modified xsi:type="dcterms:W3CDTF">2026-06-22T12:15:00Z</dcterms:modified>
</cp:coreProperties>
</file>